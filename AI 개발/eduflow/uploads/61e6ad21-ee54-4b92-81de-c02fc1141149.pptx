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EduFlow 발표자료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학교 맞춤형 자동 생성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1. 서론</a:t>
            </a:r>
          </a:p>
          <a:p>
            <a:r>
              <a:t>• 2. 본론</a:t>
            </a:r>
          </a:p>
          <a:p>
            <a:r>
              <a:t>• 3.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서론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본론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핵심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오늘의 핵심 메시지를 정리합니다.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참고자료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자료는 AI를 통해 자동 생성되었습니다.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